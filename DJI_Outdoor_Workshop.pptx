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53c45621cb4c4a" /><Relationship Type="http://schemas.openxmlformats.org/officeDocument/2006/relationships/extended-properties" Target="/docProps/app.xml" Id="Rb2bbac7996ee4f59" /><Relationship Type="http://schemas.openxmlformats.org/officeDocument/2006/relationships/officeDocument" Target="/ppt/presentation.xml" Id="R6f8f5c68e3094d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50117bd11c434a"/>
  </p:sldMasterIdLst>
  <p:notesMasterIdLst>
    <p:notesMasterId xmlns:r="http://schemas.openxmlformats.org/officeDocument/2006/relationships" r:id="R6f5953685f8047ea"/>
  </p:notesMasterIdLst>
  <p:sldIdLst>
    <p:sldId xmlns:r="http://schemas.openxmlformats.org/officeDocument/2006/relationships" id="256" r:id="R3366083984b74314"/>
    <p:sldId xmlns:r="http://schemas.openxmlformats.org/officeDocument/2006/relationships" id="257" r:id="R74f004ab829640d0"/>
    <p:sldId xmlns:r="http://schemas.openxmlformats.org/officeDocument/2006/relationships" id="258" r:id="Rb3dd0ac9725a49dd"/>
    <p:sldId xmlns:r="http://schemas.openxmlformats.org/officeDocument/2006/relationships" id="259" r:id="R3bc22ba50de0469d"/>
    <p:sldId xmlns:r="http://schemas.openxmlformats.org/officeDocument/2006/relationships" id="260" r:id="R4b75b39d51674208"/>
    <p:sldId xmlns:r="http://schemas.openxmlformats.org/officeDocument/2006/relationships" id="261" r:id="R9dbe7a91e1f540a8"/>
    <p:sldId xmlns:r="http://schemas.openxmlformats.org/officeDocument/2006/relationships" id="262" r:id="Rb5da93b38ded40e8"/>
    <p:sldId xmlns:r="http://schemas.openxmlformats.org/officeDocument/2006/relationships" id="263" r:id="R7813f5c0256e4b1d"/>
    <p:sldId xmlns:r="http://schemas.openxmlformats.org/officeDocument/2006/relationships" id="264" r:id="R8d540436b59d4889"/>
    <p:sldId xmlns:r="http://schemas.openxmlformats.org/officeDocument/2006/relationships" id="265" r:id="Raa5f6c4aeb1d4c11"/>
    <p:sldId xmlns:r="http://schemas.openxmlformats.org/officeDocument/2006/relationships" id="266" r:id="Rf4ff6f4f90fd44b4"/>
    <p:sldId xmlns:r="http://schemas.openxmlformats.org/officeDocument/2006/relationships" id="267" r:id="R50acef3cba884d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951f1d0c0a458b" /><Relationship Type="http://schemas.openxmlformats.org/officeDocument/2006/relationships/slideMaster" Target="/ppt/slideMasters/slideMaster1.xml" Id="R7650117bd11c434a" /><Relationship Type="http://schemas.openxmlformats.org/officeDocument/2006/relationships/notesMaster" Target="/ppt/notesMasters/notesMaster1.xml" Id="R6f5953685f8047ea" /><Relationship Type="http://schemas.openxmlformats.org/officeDocument/2006/relationships/presProps" Target="/ppt/presProps.xml" Id="R9cc3642058a74be7" /><Relationship Type="http://schemas.openxmlformats.org/officeDocument/2006/relationships/tableStyles" Target="/ppt/tableStyles.xml" Id="R9e6c12b8eab64cb5" /><Relationship Type="http://schemas.openxmlformats.org/officeDocument/2006/relationships/slide" Target="/ppt/slides/slide1.xml" Id="R3366083984b74314" /><Relationship Type="http://schemas.openxmlformats.org/officeDocument/2006/relationships/slide" Target="/ppt/slides/slide2.xml" Id="R74f004ab829640d0" /><Relationship Type="http://schemas.openxmlformats.org/officeDocument/2006/relationships/slide" Target="/ppt/slides/slide3.xml" Id="Rb3dd0ac9725a49dd" /><Relationship Type="http://schemas.openxmlformats.org/officeDocument/2006/relationships/slide" Target="/ppt/slides/slide4.xml" Id="R3bc22ba50de0469d" /><Relationship Type="http://schemas.openxmlformats.org/officeDocument/2006/relationships/slide" Target="/ppt/slides/slide5.xml" Id="R4b75b39d51674208" /><Relationship Type="http://schemas.openxmlformats.org/officeDocument/2006/relationships/slide" Target="/ppt/slides/slide6.xml" Id="R9dbe7a91e1f540a8" /><Relationship Type="http://schemas.openxmlformats.org/officeDocument/2006/relationships/slide" Target="/ppt/slides/slide7.xml" Id="Rb5da93b38ded40e8" /><Relationship Type="http://schemas.openxmlformats.org/officeDocument/2006/relationships/slide" Target="/ppt/slides/slide8.xml" Id="R7813f5c0256e4b1d" /><Relationship Type="http://schemas.openxmlformats.org/officeDocument/2006/relationships/slide" Target="/ppt/slides/slide9.xml" Id="R8d540436b59d4889" /><Relationship Type="http://schemas.openxmlformats.org/officeDocument/2006/relationships/slide" Target="/ppt/slides/slide10.xml" Id="Raa5f6c4aeb1d4c11" /><Relationship Type="http://schemas.openxmlformats.org/officeDocument/2006/relationships/slide" Target="/ppt/slides/slide11.xml" Id="Rf4ff6f4f90fd44b4" /><Relationship Type="http://schemas.openxmlformats.org/officeDocument/2006/relationships/slide" Target="/ppt/slides/slide12.xml" Id="R50acef3cba884d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3b7bbe5c2240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e59efb70ab4721" /><Relationship Type="http://schemas.openxmlformats.org/officeDocument/2006/relationships/notesMaster" Target="/ppt/notesMasters/notesMaster1.xml" Id="R6a272f4b27474e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736eb38fc04e7f" /><Relationship Type="http://schemas.openxmlformats.org/officeDocument/2006/relationships/notesMaster" Target="/ppt/notesMasters/notesMaster1.xml" Id="R73bed487095b4c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54d92551d6418f" /><Relationship Type="http://schemas.openxmlformats.org/officeDocument/2006/relationships/notesMaster" Target="/ppt/notesMasters/notesMaster1.xml" Id="Rd34f21fc67dd45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3d60adacd64a97" /><Relationship Type="http://schemas.openxmlformats.org/officeDocument/2006/relationships/notesMaster" Target="/ppt/notesMasters/notesMaster1.xml" Id="Rd94818ea41c943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8f8f0bf0b7426c" /><Relationship Type="http://schemas.openxmlformats.org/officeDocument/2006/relationships/notesMaster" Target="/ppt/notesMasters/notesMaster1.xml" Id="R0af749dc0b6d42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b46a794a6a44bd" /><Relationship Type="http://schemas.openxmlformats.org/officeDocument/2006/relationships/notesMaster" Target="/ppt/notesMasters/notesMaster1.xml" Id="R80b522660a4d49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276a690dac4ca9" /><Relationship Type="http://schemas.openxmlformats.org/officeDocument/2006/relationships/notesMaster" Target="/ppt/notesMasters/notesMaster1.xml" Id="Raa3ca9c8592742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bbfad173934471" /><Relationship Type="http://schemas.openxmlformats.org/officeDocument/2006/relationships/notesMaster" Target="/ppt/notesMasters/notesMaster1.xml" Id="R833cf42777214d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5a6008659d4bdd" /><Relationship Type="http://schemas.openxmlformats.org/officeDocument/2006/relationships/notesMaster" Target="/ppt/notesMasters/notesMaster1.xml" Id="R76e094af328744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e2bd8a19c74bcf" /><Relationship Type="http://schemas.openxmlformats.org/officeDocument/2006/relationships/notesMaster" Target="/ppt/notesMasters/notesMaster1.xml" Id="R17aca850fbef4c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4bace30af446ee" /><Relationship Type="http://schemas.openxmlformats.org/officeDocument/2006/relationships/notesMaster" Target="/ppt/notesMasters/notesMaster1.xml" Id="R730373268dca4a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b8b21efc0c425d" /><Relationship Type="http://schemas.openxmlformats.org/officeDocument/2006/relationships/notesMaster" Target="/ppt/notesMasters/notesMaster1.xml" Id="Rf3c6ff9252cc43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uses Webots physics and a custom assisted controller. It is not DJI firmware. No competition.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Install Webots and Python beforehand. Preserve the full twenty minutes for participants to explore.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Setup guide includes links and Python troubleshooting. Official release: https://github.com/cyberbotics/webots/releases/tag/R2025a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all assets and controller folders together. Do not run the Python file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scene uses the official Cyberbotics DJI Mavic 2 PRO model with grass, trees, a house and a country sky. Source: https://github.com/cyberbotics/webots/tree/R2025a/projects/robots/dji/mavic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Directions follow the drone heading. Height request is limited to 2–8 m. N also clears identified objects and triggers takeoff. Release arrows to slow down and hover.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a couple of seconds to settle. The physical drone accelerates and decelerates. Turning Q/E changes forward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must be within 1 m of the matching block and the drone must be roughly level. The participant identifies the colour manually. The program validates position, not computer 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actual camera images from the Webots flight test. Each object counts once. There is no ranking or timer.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optional ideas, not extra requirements. Let participants work independently. No competition or compulsory path planning.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Python errors, use the setup guide and Webots Console. Camera overlays may be disabled in Overlays menu. Slow computers need more wall-clock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observation from above to rover scouting. This is an introductory exercise, not a statement of current URC competition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cd9133f7f4a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dd44b17b040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fdbc514aa249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0119f3e5649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ab8b778544e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97c80812f45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F65BEC-6F8D-4FA0-88A7-50B74AC5A3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119056-7699-4F32-A1FA-EC0609B8BF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1D88F1-3740-4C52-AD28-CFF419341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2B5F29-2C5F-457F-BD5A-02095B1068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9ECB72-976E-408C-9C4A-AD05F3CD1E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3E82BA-E394-4A0B-8318-76F22EAFF9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C9C060-F720-4896-ACFA-46B57067DD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4286744-13D1-4D3F-B932-6A199B7774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BE0BBD-5F12-49BA-A73A-904B022356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344111-986D-4767-A230-C0B0E0E184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708c88393040b0" /><Relationship Type="http://schemas.openxmlformats.org/officeDocument/2006/relationships/slideLayout" Target="/ppt/slideLayouts/slideLayout1.xml" Id="R16e71ac1bcbb408d" /><Relationship Type="http://schemas.openxmlformats.org/officeDocument/2006/relationships/slideLayout" Target="/ppt/slideLayouts/slideLayout2.xml" Id="R232c7eec1533406f" /><Relationship Type="http://schemas.openxmlformats.org/officeDocument/2006/relationships/slideLayout" Target="/ppt/slideLayouts/slideLayout3.xml" Id="R103e7768a4bd44fa" /><Relationship Type="http://schemas.openxmlformats.org/officeDocument/2006/relationships/slideLayout" Target="/ppt/slideLayouts/slideLayout4.xml" Id="R5c87ba21e8814785" /><Relationship Type="http://schemas.openxmlformats.org/officeDocument/2006/relationships/slideLayout" Target="/ppt/slideLayouts/slideLayout5.xml" Id="Rf1a2a2410dd34bd4" /><Relationship Type="http://schemas.openxmlformats.org/officeDocument/2006/relationships/slideLayout" Target="/ppt/slideLayouts/slideLayout6.xml" Id="R10d9ed9d6c3145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e71ac1bcbb408d"/>
    <p:sldLayoutId xmlns:r="http://schemas.openxmlformats.org/officeDocument/2006/relationships" id="2147483650" r:id="R232c7eec1533406f"/>
    <p:sldLayoutId xmlns:r="http://schemas.openxmlformats.org/officeDocument/2006/relationships" id="2147483651" r:id="R103e7768a4bd44fa"/>
    <p:sldLayoutId xmlns:r="http://schemas.openxmlformats.org/officeDocument/2006/relationships" id="2147483652" r:id="R5c87ba21e8814785"/>
    <p:sldLayoutId xmlns:r="http://schemas.openxmlformats.org/officeDocument/2006/relationships" id="2147483653" r:id="Rf1a2a2410dd34bd4"/>
    <p:sldLayoutId xmlns:r="http://schemas.openxmlformats.org/officeDocument/2006/relationships" id="2147483654" r:id="R10d9ed9d6c3145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e7a804d54411a" /><Relationship Type="http://schemas.openxmlformats.org/officeDocument/2006/relationships/notesSlide" Target="/ppt/notesSlides/notesSlide1.xml" Id="R0d322ba721de4a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a586cd9f540e8" /><Relationship Type="http://schemas.openxmlformats.org/officeDocument/2006/relationships/notesSlide" Target="/ppt/notesSlides/notesSlide2.xml" Id="R0a81063e0add47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817ef75cc94ec1" /><Relationship Type="http://schemas.openxmlformats.org/officeDocument/2006/relationships/notesSlide" Target="/ppt/notesSlides/notesSlide3.xml" Id="R505bdcc8669c4f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d73022b1042d0" /><Relationship Type="http://schemas.openxmlformats.org/officeDocument/2006/relationships/notesSlide" Target="/ppt/notesSlides/notesSlide4.xml" Id="R34649f7f52c94b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22f1451e7418e" /><Relationship Type="http://schemas.openxmlformats.org/officeDocument/2006/relationships/image" Target="/ppt/media/image.jpeg" Id="R76d5e0d49cc94eb9" /><Relationship Type="http://schemas.openxmlformats.org/officeDocument/2006/relationships/notesSlide" Target="/ppt/notesSlides/notesSlide5.xml" Id="Rbb52e7dce9f140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19aeeb21b4634" /><Relationship Type="http://schemas.openxmlformats.org/officeDocument/2006/relationships/notesSlide" Target="/ppt/notesSlides/notesSlide6.xml" Id="R26fb619d459e40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3b3a78b8084dc9" /><Relationship Type="http://schemas.openxmlformats.org/officeDocument/2006/relationships/notesSlide" Target="/ppt/notesSlides/notesSlide7.xml" Id="Rcc7221623bb547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7a24d596f420b" /><Relationship Type="http://schemas.openxmlformats.org/officeDocument/2006/relationships/notesSlide" Target="/ppt/notesSlides/notesSlide8.xml" Id="Rdfbe83e62b164d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fc31c41c74e4e" /><Relationship Type="http://schemas.openxmlformats.org/officeDocument/2006/relationships/image" Target="/ppt/media/image.png" Id="Rbee6d39ba8e549b4" /><Relationship Type="http://schemas.openxmlformats.org/officeDocument/2006/relationships/image" Target="/ppt/media/image2.png" Id="Re23a7520214948d6" /><Relationship Type="http://schemas.openxmlformats.org/officeDocument/2006/relationships/image" Target="/ppt/media/image3.png" Id="Rcc37d3e915e4479a" /><Relationship Type="http://schemas.openxmlformats.org/officeDocument/2006/relationships/notesSlide" Target="/ppt/notesSlides/notesSlide9.xml" Id="R846277f052044e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6b9ecc4d54554" /><Relationship Type="http://schemas.openxmlformats.org/officeDocument/2006/relationships/notesSlide" Target="/ppt/notesSlides/notesSlide10.xml" Id="R4b513a5d1fb443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d061c48e24cd8" /><Relationship Type="http://schemas.openxmlformats.org/officeDocument/2006/relationships/notesSlide" Target="/ppt/notesSlides/notesSlide11.xml" Id="Rceb37c7a383848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a544edac89472a" /><Relationship Type="http://schemas.openxmlformats.org/officeDocument/2006/relationships/notesSlide" Target="/ppt/notesSlides/notesSlide12.xml" Id="R437f27c1df1148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1A491-082D-4E82-9754-9EDFCA18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DJI drone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A9929-9B19-4E45-9B00-8293C346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AD66"/>
                </a:solidFill>
                <a:latin typeface="Arial"/>
                <a:ea typeface="Arial"/>
                <a:cs typeface="Arial"/>
              </a:rPr>
              <a:t>60 MINUTES / LAPTOP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AC357-77E0-41A2-ADC7-26060DD1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7C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5D0FE-96B0-4CE1-8595-8B5480D1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Fly a DJI Mavic 2 PRO in Webots.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3031A-E314-42B2-9118-2DCA2FF4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Find the red, green and blue objects.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E7391-EBD3-4E9E-8D08-347044CE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Use the camera to identify each colour.</a:t>
            </a:r>
          </a:p>
        </p:txBody>
      </p:sp>
    </p:spTree>
    <p:extLst>
      <p:ext uri="{BB962C8B-B14F-4D97-AF65-F5344CB8AC3E}">
        <p14:creationId xmlns:p14="http://schemas.microsoft.com/office/powerpoint/2010/main" val="8172957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979E4-328F-4B94-99B1-6504DC9D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Our hour together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C2018-9B84-4CE6-86CB-2BA6229E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AD66"/>
                </a:solidFill>
                <a:latin typeface="Arial"/>
                <a:ea typeface="Arial"/>
                <a:cs typeface="Arial"/>
              </a:rPr>
              <a:t>20 MINUTES FOR YOUR OWN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7B45D-A39A-4CB1-AD48-37F01477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7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A54E0-CAAA-4680-A947-AB565A578A69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8190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AD66"/>
                          </a:solidFill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2644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AD66"/>
                          </a:solidFill>
                          <a:latin typeface="Arial"/>
                          <a:ea typeface="Arial"/>
                          <a:cs typeface="Arial"/>
                        </a:rPr>
                        <a:t>Activity</a:t>
                      </a:r>
                    </a:p>
                  </a:txBody>
                  <a:tcPr marL="91440" marR="91440" marT="45720" marB="45720">
                    <a:solidFill>
                      <a:srgbClr val="26445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0–15 min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Introduction, setup and controls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15–35 min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Find and identify three objects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35–55 min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Your own free practice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55–60 min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Share what you tried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044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DA122-D9B7-4DDF-84EB-ADA490F3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What you need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20FB2-6EAB-48BA-ACC6-6799C8D2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AD66"/>
                </a:solidFill>
                <a:latin typeface="Arial"/>
                <a:ea typeface="Arial"/>
                <a:cs typeface="Arial"/>
              </a:rPr>
              <a:t>BEFORE THE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56D2F-8646-4980-A6AC-B97215C3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7C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93485-B768-4F8E-8D06-9397B4F5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Webots R2025a installed on your laptop.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C2340-1D71-4B44-A31A-8E21130C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Python 3 installed and selected in Webots.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008C6-9E6C-44CE-A02B-53C7D32F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The whole workshop ZIP extracted.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623EC-E67E-41B3-8317-1D4CD97F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No extra Python packages are needed.</a:t>
            </a:r>
          </a:p>
        </p:txBody>
      </p:sp>
    </p:spTree>
    <p:extLst>
      <p:ext uri="{BB962C8B-B14F-4D97-AF65-F5344CB8AC3E}">
        <p14:creationId xmlns:p14="http://schemas.microsoft.com/office/powerpoint/2010/main" val="14152031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6FC79-55D3-49E4-91FC-26157F7C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Opening the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AF54B-A449-4CB5-8FB5-79F598F5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AD66"/>
                </a:solidFill>
                <a:latin typeface="Arial"/>
                <a:ea typeface="Arial"/>
                <a:cs typeface="Arial"/>
              </a:rPr>
              <a:t>FILE &gt; OPEN WORLD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728BF-2788-47CC-A57F-DA8F1D0E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7C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A02DE-AF40-4618-A873-8F4AF95D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Open the DJI_Outdoor_Workshop folder.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3E601-E9A4-42D5-8A78-4921FDE9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Go to webots, then worlds.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06E8E-595C-40A3-8D93-BF2E02BD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Open dji_outdoor.wbt.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A66D4-101C-4798-9A80-57FE2191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Start Real-time and click inside the 3D scene.</a:t>
            </a:r>
          </a:p>
        </p:txBody>
      </p:sp>
    </p:spTree>
    <p:extLst>
      <p:ext uri="{BB962C8B-B14F-4D97-AF65-F5344CB8AC3E}">
        <p14:creationId xmlns:p14="http://schemas.microsoft.com/office/powerpoint/2010/main" val="18548661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BF636-AFC8-4F60-9957-A9F66417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The drone takes off for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AFC85-C6D7-4D0A-8EE1-6DD1B632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AD66"/>
                </a:solidFill>
                <a:latin typeface="Arial"/>
                <a:ea typeface="Arial"/>
                <a:cs typeface="Arial"/>
              </a:rPr>
              <a:t>WAIT FOR 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ACE7A-FC3F-46A8-859D-0256A052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7C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A846D-F76E-4BA4-B1F5-65E7A6AC49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5e0d49cc94eb9"/>
          <a:stretch xmlns:a="http://schemas.openxmlformats.org/drawingml/2006/main"/>
        </p:blipFill>
        <p:spPr>
          <a:xfrm xmlns:a="http://schemas.openxmlformats.org/drawingml/2006/main">
            <a:off x="1770500" y="1809750"/>
            <a:ext cx="5069599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E6C9B-04E3-4AFB-A352-79A7772E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AD6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AD6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AD6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AD6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AD6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AD6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AD6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AD6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AD6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AD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AD6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AD66"/>
                </a:solidFill>
                <a:latin typeface="Arial"/>
                <a:ea typeface="Arial"/>
                <a:cs typeface="Arial"/>
              </a:rPr>
              <a:t>Automatic takeoff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17966-A695-475A-99F3-0CE6EC42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304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Wait for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Use the small camera view to look down.</a:t>
            </a:r>
          </a:p>
        </p:txBody>
      </p:sp>
    </p:spTree>
    <p:extLst>
      <p:ext uri="{BB962C8B-B14F-4D97-AF65-F5344CB8AC3E}">
        <p14:creationId xmlns:p14="http://schemas.microsoft.com/office/powerpoint/2010/main" val="13932802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B312A-DEF7-4F27-92AB-5592A9CA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Your flight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3090E-CA77-4357-B752-C762E9AD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AD66"/>
                </a:solidFill>
                <a:latin typeface="Arial"/>
                <a:ea typeface="Arial"/>
                <a:cs typeface="Arial"/>
              </a:rPr>
              <a:t>CLICK THE 3D SCENE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7CEC8-40B6-403D-AE27-2F080D17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7C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462BF-814B-4CB4-9222-CFC8DE490CB5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8190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AD66"/>
                          </a:solidFill>
                          <a:latin typeface="Arial"/>
                          <a:ea typeface="Arial"/>
                          <a:cs typeface="Arial"/>
                        </a:rPr>
                        <a:t>Key</a:t>
                      </a:r>
                    </a:p>
                  </a:txBody>
                  <a:tcPr marL="91440" marR="91440" marT="45720" marB="45720">
                    <a:solidFill>
                      <a:srgbClr val="2644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AD66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26445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Arrow keys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Forward, backward and sideways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W / S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Move higher / lower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Q / E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Turn left / right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Restart from the launch pad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92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C2C67-B8C0-44ED-920B-7D7BA1E6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A short practice flight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6B77F-BAC2-4591-9C99-C2104BEB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AD66"/>
                </a:solidFill>
                <a:latin typeface="Arial"/>
                <a:ea typeface="Arial"/>
                <a:cs typeface="Arial"/>
              </a:rPr>
              <a:t>SMALL KEY PRESSES HELP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1EF0D-F3C0-4523-8765-FE463A9B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7C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C7B88-C900-470B-BC87-5F8570BE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Tap Up to move forward.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0E730-0E75-44F5-B7A9-65EAC763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Release it and let the drone settle.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BF2C0-AE78-4668-BC10-1419EDE1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Try moving sideways with Left or Right.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49393-10CD-4AE2-9DC4-5F0CD261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Try W and S to change your height.</a:t>
            </a:r>
          </a:p>
        </p:txBody>
      </p:sp>
    </p:spTree>
    <p:extLst>
      <p:ext uri="{BB962C8B-B14F-4D97-AF65-F5344CB8AC3E}">
        <p14:creationId xmlns:p14="http://schemas.microsoft.com/office/powerpoint/2010/main" val="723636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5082E-BC2F-4987-B457-E63D426F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How to identify an object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A00C9-4AC9-4DB1-A69E-A08E6ADC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AD66"/>
                </a:solidFill>
                <a:latin typeface="Arial"/>
                <a:ea typeface="Arial"/>
                <a:cs typeface="Arial"/>
              </a:rPr>
              <a:t>LOOK THROUGH THE DOWNWARD CAMERA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65648-19BE-41FF-827E-B4188758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7C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57470-0E23-43E8-B22C-C83F1DE1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Fly over a coloured block.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ADB27-D4AE-4B25-8226-B8B6EDE5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Centre it in the camera and stop moving.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1C807-3881-460D-A6DC-C8228B0A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Press R for red, G for green or B for blue.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F5155-02D5-4702-8559-4B0A1D52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Check that the Found counter increases.</a:t>
            </a:r>
          </a:p>
        </p:txBody>
      </p:sp>
    </p:spTree>
    <p:extLst>
      <p:ext uri="{BB962C8B-B14F-4D97-AF65-F5344CB8AC3E}">
        <p14:creationId xmlns:p14="http://schemas.microsoft.com/office/powerpoint/2010/main" val="8513672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FAF3F-42CE-4F07-BA6F-6BF7106F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Your task is complete at 3/3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F80FD-1A1D-48DD-8B8C-94BA4CD8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AD66"/>
                </a:solidFill>
                <a:latin typeface="Arial"/>
                <a:ea typeface="Arial"/>
                <a:cs typeface="Arial"/>
              </a:rPr>
              <a:t>RED / GREEN / BLUE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950F6-34CD-4C2D-985C-BE9AA6CC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7C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27A16-96B5-4DFD-B64F-EF049F98C7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6d39ba8e549b4"/>
          <a:stretch xmlns:a="http://schemas.openxmlformats.org/drawingml/2006/main"/>
        </p:blipFill>
        <p:spPr>
          <a:xfrm xmlns:a="http://schemas.openxmlformats.org/drawingml/2006/main">
            <a:off x="704850" y="2050256"/>
            <a:ext cx="3333750" cy="25003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E76DB-C676-4C9C-9F3E-ACB4B10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RED  /  R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A06C1-54AE-4D45-A7D7-3DDD665BB4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a7520214948d6"/>
          <a:stretch xmlns:a="http://schemas.openxmlformats.org/drawingml/2006/main"/>
        </p:blipFill>
        <p:spPr>
          <a:xfrm xmlns:a="http://schemas.openxmlformats.org/drawingml/2006/main">
            <a:off x="4324350" y="2050256"/>
            <a:ext cx="3333750" cy="25003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BB956-B675-413C-B0A6-9CFCE362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67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GREEN  /  G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AC2E6-34B8-43A0-B29B-5C28059E84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7d3e915e4479a"/>
          <a:stretch xmlns:a="http://schemas.openxmlformats.org/drawingml/2006/main"/>
        </p:blipFill>
        <p:spPr>
          <a:xfrm xmlns:a="http://schemas.openxmlformats.org/drawingml/2006/main">
            <a:off x="7943850" y="2050256"/>
            <a:ext cx="3333750" cy="250031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8CA5C-5678-4A2A-A1D7-90508403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67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BLUE  / 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7318C-54E3-476B-B33F-3EE854C9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054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Look for ALL THREE IDENTIFIED and Found 3/3.</a:t>
            </a:r>
          </a:p>
        </p:txBody>
      </p:sp>
    </p:spTree>
    <p:extLst>
      <p:ext uri="{BB962C8B-B14F-4D97-AF65-F5344CB8AC3E}">
        <p14:creationId xmlns:p14="http://schemas.microsoft.com/office/powerpoint/2010/main" val="9333231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29084-C19A-457A-B85B-B8ACAA13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Your next 20 minutes are free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230A1-FF39-4A5B-B947-443E0197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AD66"/>
                </a:solidFill>
                <a:latin typeface="Arial"/>
                <a:ea typeface="Arial"/>
                <a:cs typeface="Arial"/>
              </a:rPr>
              <a:t>35–55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892F6-C0D1-481D-BA57-A1185CAB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7C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01464-9C53-43C4-BBA4-5C26B0D9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Choose what you want to practise.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6816E-A032-4F16-B0B0-5C7F727B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Try another route or a different height.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03A22-6FB8-4B36-BCAF-485D203D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Practise turning and stopping over a block.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5AD71-2896-4B4C-A398-98E208DA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Press N whenever you want a fresh start.</a:t>
            </a:r>
          </a:p>
        </p:txBody>
      </p:sp>
    </p:spTree>
    <p:extLst>
      <p:ext uri="{BB962C8B-B14F-4D97-AF65-F5344CB8AC3E}">
        <p14:creationId xmlns:p14="http://schemas.microsoft.com/office/powerpoint/2010/main" val="20028116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5DE07-8EA7-45A4-A7C9-E63DC5AC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If something does not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9498F-EAE4-4C3D-9D18-5BC1CB89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AD66"/>
                </a:solidFill>
                <a:latin typeface="Arial"/>
                <a:ea typeface="Arial"/>
                <a:cs typeface="Arial"/>
              </a:rPr>
              <a:t>START WITH THESE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3E8B1-CE8D-4E7E-89B8-44E124E8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7C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16B2E-BBF4-4226-893B-86E195F4C509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8190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AD66"/>
                          </a:solidFill>
                          <a:latin typeface="Arial"/>
                          <a:ea typeface="Arial"/>
                          <a:cs typeface="Arial"/>
                        </a:rPr>
                        <a:t>Problem</a:t>
                      </a:r>
                    </a:p>
                  </a:txBody>
                  <a:tcPr marL="91440" marR="91440" marT="45720" marB="45720">
                    <a:solidFill>
                      <a:srgbClr val="2644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AD66"/>
                          </a:solidFill>
                          <a:latin typeface="Arial"/>
                          <a:ea typeface="Arial"/>
                          <a:cs typeface="Arial"/>
                        </a:rPr>
                        <a:t>What to try</a:t>
                      </a:r>
                    </a:p>
                  </a:txBody>
                  <a:tcPr marL="91440" marR="91440" marT="45720" marB="45720">
                    <a:solidFill>
                      <a:srgbClr val="26445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Nothing moves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Start Real-time, then click the 3D scene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No camera view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Drone menu: Camera Devices &gt; camera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Colour does not count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Centre the block, stop, press its letter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Drone is lost or tipped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0F2"/>
                          </a:solidFill>
                          <a:latin typeface="Arial"/>
                          <a:ea typeface="Arial"/>
                          <a:cs typeface="Arial"/>
                        </a:rPr>
                        <a:t>Press N to restart</a:t>
                      </a:r>
                    </a:p>
                  </a:txBody>
                  <a:tcPr marL="91440" marR="91440" marT="45720" marB="45720">
                    <a:solidFill>
                      <a:srgbClr val="10243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680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90B25-66DD-494F-A618-A4CBABA3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AF0F2"/>
                </a:solidFill>
                <a:latin typeface="Arial"/>
                <a:ea typeface="Arial"/>
                <a:cs typeface="Arial"/>
              </a:rPr>
              <a:t>What did you notice?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3BC5E-8702-4127-B477-C5BB9977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AD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AD66"/>
                </a:solidFill>
                <a:latin typeface="Arial"/>
                <a:ea typeface="Arial"/>
                <a:cs typeface="Arial"/>
              </a:rPr>
              <a:t>FINAL 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D0401-FD9D-49F1-AEBF-47973ABD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34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7C7C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7C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38C35-EE83-4135-AAEB-9EE5F095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Which camera view helped you find the blocks?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0336C-7F34-4B61-8D86-2D84FA6D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What changed when you flew higher?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1C984-5345-45EA-836B-23F9F0AC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AF0F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0F2"/>
                </a:solidFill>
                <a:latin typeface="Arial"/>
                <a:ea typeface="Arial"/>
                <a:cs typeface="Arial"/>
              </a:rPr>
              <a:t>What helped you stop over an object?</a:t>
            </a:r>
          </a:p>
        </p:txBody>
      </p:sp>
    </p:spTree>
    <p:extLst>
      <p:ext uri="{BB962C8B-B14F-4D97-AF65-F5344CB8AC3E}">
        <p14:creationId xmlns:p14="http://schemas.microsoft.com/office/powerpoint/2010/main" val="3411524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2026-10-21T09:02:51.4260000Z</dcterms:created>
  <dcterms:modified xsi:type="dcterms:W3CDTF">2026-10-21T09:02:51.4260000Z</dcterms:modified>
</coreProperties>
</file>